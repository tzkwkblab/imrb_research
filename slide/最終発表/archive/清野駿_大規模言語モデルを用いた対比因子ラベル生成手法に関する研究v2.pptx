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24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オーディオ 3">
            <a:extLst>
              <a:ext uri="{FF2B5EF4-FFF2-40B4-BE49-F238E27FC236}">
                <a16:creationId xmlns:a16="http://schemas.microsoft.com/office/drawing/2014/main" id="{31B2ECE1-EADE-247D-CEC5-2A62316CD0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88"/>
    </mc:Choice>
    <mc:Fallback>
      <p:transition spd="slow" advTm="79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58C8D77B-0D7C-CB81-4FBC-E62CCB06A9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02"/>
    </mc:Choice>
    <mc:Fallback>
      <p:transition spd="slow" advTm="47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3FE46923-47F7-6D4B-1C6F-AD4EE99A5D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198"/>
    </mc:Choice>
    <mc:Fallback>
      <p:transition spd="slow" advTm="271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35B4E95E-263A-71D1-A72B-83D9292BF6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492"/>
    </mc:Choice>
    <mc:Fallback>
      <p:transition spd="slow" advTm="494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FFE36BB9-FA83-1DAF-BC79-B5BC9BB91F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929"/>
    </mc:Choice>
    <mc:Fallback>
      <p:transition spd="slow" advTm="339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9BDEE378-8769-BABA-0587-F2D90A7FEE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705"/>
    </mc:Choice>
    <mc:Fallback>
      <p:transition spd="slow" advTm="537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92B503FB-2B28-B17B-7BA1-40082B3867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524"/>
    </mc:Choice>
    <mc:Fallback>
      <p:transition spd="slow" advTm="45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9E01A099-7753-214A-5C4B-7D56481EBA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582"/>
    </mc:Choice>
    <mc:Fallback>
      <p:transition spd="slow" advTm="475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C296C497-0152-12BE-5DB1-640A0A489C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238"/>
    </mc:Choice>
    <mc:Fallback>
      <p:transition spd="slow" advTm="742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EF8AF615-DF4D-6400-6736-1AF0A2727D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196"/>
    </mc:Choice>
    <mc:Fallback>
      <p:transition spd="slow" advTm="941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08D6BA10-BE75-C6BD-4909-97C730F2BF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406"/>
    </mc:Choice>
    <mc:Fallback>
      <p:transition spd="slow" advTm="77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B96CEE83-6BAC-A4BE-22B5-0B0EBCBFA7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646"/>
    </mc:Choice>
    <mc:Fallback>
      <p:transition spd="slow" advTm="676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987A8551-7953-BC23-2E1A-E18F0AED39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340"/>
    </mc:Choice>
    <mc:Fallback>
      <p:transition spd="slow" advTm="523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FC01D15A-8B0A-99D6-6C3C-C7511B6EE9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93"/>
    </mc:Choice>
    <mc:Fallback>
      <p:transition spd="slow" advTm="29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045995F0-5E09-B7D0-BC30-69E61ED922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28"/>
    </mc:Choice>
    <mc:Fallback>
      <p:transition spd="slow" advTm="294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6432EE68-AE8B-1873-3FAB-BC2FFF1353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732"/>
    </mc:Choice>
    <mc:Fallback>
      <p:transition spd="slow" advTm="557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B5524D3B-B2EC-D6D8-B30B-4F28D236E0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748"/>
    </mc:Choice>
    <mc:Fallback>
      <p:transition spd="slow" advTm="577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598EFCFD-0BBF-C320-6E9B-71DA51B55E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02"/>
    </mc:Choice>
    <mc:Fallback>
      <p:transition spd="slow" advTm="33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6A0B3B11-AF17-6013-F02C-57D669DB97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689"/>
    </mc:Choice>
    <mc:Fallback>
      <p:transition spd="slow" advTm="196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10CA0B21-0AA0-B83A-0E71-733D2CCC2C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46"/>
    </mc:Choice>
    <mc:Fallback>
      <p:transition spd="slow" advTm="332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オーディオ 6">
            <a:extLst>
              <a:ext uri="{FF2B5EF4-FFF2-40B4-BE49-F238E27FC236}">
                <a16:creationId xmlns:a16="http://schemas.microsoft.com/office/drawing/2014/main" id="{43787700-F06F-2404-3873-F43157055C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70"/>
    </mc:Choice>
    <mc:Fallback>
      <p:transition spd="slow" advTm="230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オーディオ 8">
            <a:extLst>
              <a:ext uri="{FF2B5EF4-FFF2-40B4-BE49-F238E27FC236}">
                <a16:creationId xmlns:a16="http://schemas.microsoft.com/office/drawing/2014/main" id="{A46C290A-8282-DFDB-810E-01908D2DCE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406"/>
    </mc:Choice>
    <mc:Fallback>
      <p:transition spd="slow" advTm="21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1683B574-8CCE-283E-4922-D39BB07B77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35"/>
    </mc:Choice>
    <mc:Fallback>
      <p:transition spd="slow" advTm="66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23</Words>
  <Application>Microsoft Macintosh PowerPoint</Application>
  <PresentationFormat>ワイド画面</PresentationFormat>
  <Paragraphs>23</Paragraphs>
  <Slides>23</Slides>
  <Notes>23</Notes>
  <HiddenSlides>0</HiddenSlides>
  <MMClips>23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大規模言語モデルを用いた</dc:title>
  <dc:subject>PptxGenJS Presentation</dc:subject>
  <dc:creator>Created by Marp</dc:creator>
  <cp:lastModifiedBy>清野　駿</cp:lastModifiedBy>
  <cp:revision>2</cp:revision>
  <dcterms:created xsi:type="dcterms:W3CDTF">2026-01-12T13:04:24Z</dcterms:created>
  <dcterms:modified xsi:type="dcterms:W3CDTF">2026-01-12T13:40:46Z</dcterms:modified>
</cp:coreProperties>
</file>