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79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オーディオ 3">
            <a:extLst>
              <a:ext uri="{FF2B5EF4-FFF2-40B4-BE49-F238E27FC236}">
                <a16:creationId xmlns:a16="http://schemas.microsoft.com/office/drawing/2014/main" id="{8C0D8CB0-3D04-171D-EA42-CA267D068E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69"/>
    </mc:Choice>
    <mc:Fallback>
      <p:transition spd="slow" advTm="7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D60DC924-B156-4F6C-8B35-7B0787539B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8"/>
    </mc:Choice>
    <mc:Fallback>
      <p:transition spd="slow" advTm="57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4D821372-ED49-0C1B-0A1A-5560613D12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254"/>
    </mc:Choice>
    <mc:Fallback>
      <p:transition spd="slow" advTm="682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EFF0F9BB-AAE2-B799-0A85-227E63F379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236"/>
    </mc:Choice>
    <mc:Fallback>
      <p:transition spd="slow" advTm="61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3DEDEABB-7D6E-2AC9-7177-210F054F73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41"/>
    </mc:Choice>
    <mc:Fallback>
      <p:transition spd="slow" advTm="600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E64A95FE-5BA7-D40E-12B3-B2BDF045EB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553"/>
    </mc:Choice>
    <mc:Fallback>
      <p:transition spd="slow" advTm="60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537AE5EB-844A-D574-8470-200C8473F3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697"/>
    </mc:Choice>
    <mc:Fallback>
      <p:transition spd="slow" advTm="666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399F009-DD30-69C2-9D4E-4641BF021D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508"/>
    </mc:Choice>
    <mc:Fallback>
      <p:transition spd="slow" advTm="835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8D029D23-FD0E-AA5F-8BAC-D9DC28598F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033"/>
    </mc:Choice>
    <mc:Fallback>
      <p:transition spd="slow" advTm="770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AE21C553-C4E9-4352-B017-7843E3DCA0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900"/>
    </mc:Choice>
    <mc:Fallback>
      <p:transition spd="slow" advTm="829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AF3C3814-01C7-9D83-A4D4-E3F9428A3D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316"/>
    </mc:Choice>
    <mc:Fallback>
      <p:transition spd="slow" advTm="47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D39392E7-D390-0CE6-C962-A638DA1A5A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134"/>
    </mc:Choice>
    <mc:Fallback>
      <p:transition spd="slow" advTm="39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991CA045-FED6-D5FA-8E46-001A05CAB7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74"/>
    </mc:Choice>
    <mc:Fallback>
      <p:transition spd="slow" advTm="333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3EF314DE-57B6-6F86-414D-369562CFB8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697"/>
    </mc:Choice>
    <mc:Fallback>
      <p:transition spd="slow" advTm="586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7BADA104-0161-0F12-A9F6-53FF33566B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45"/>
    </mc:Choice>
    <mc:Fallback>
      <p:transition spd="slow" advTm="191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A129F9F6-8313-4364-89C7-510E096C40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289"/>
    </mc:Choice>
    <mc:Fallback>
      <p:transition spd="slow" advTm="292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1E251164-EE26-5EE4-BACA-99433D84BC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985"/>
    </mc:Choice>
    <mc:Fallback>
      <p:transition spd="slow" advTm="269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B0B663C3-2C83-4C12-65A1-24E9FC424C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484"/>
    </mc:Choice>
    <mc:Fallback>
      <p:transition spd="slow" advTm="384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7012BA7D-79D0-EB8C-F993-55B785C98A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558"/>
    </mc:Choice>
    <mc:Fallback>
      <p:transition spd="slow" advTm="26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3E72061B-81F9-FA25-DF15-38A9BC7DC2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652"/>
    </mc:Choice>
    <mc:Fallback>
      <p:transition spd="slow" advTm="216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オーディオ 2">
            <a:extLst>
              <a:ext uri="{FF2B5EF4-FFF2-40B4-BE49-F238E27FC236}">
                <a16:creationId xmlns:a16="http://schemas.microsoft.com/office/drawing/2014/main" id="{A2926BA4-6F8E-28D9-67BD-D1577A5EAB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49"/>
    </mc:Choice>
    <mc:Fallback>
      <p:transition spd="slow" advTm="6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</Words>
  <Application>Microsoft Macintosh PowerPoint</Application>
  <PresentationFormat>ワイド画面</PresentationFormat>
  <Paragraphs>21</Paragraphs>
  <Slides>21</Slides>
  <Notes>21</Notes>
  <HiddenSlides>0</HiddenSlides>
  <MMClips>21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大規模言語モデルを用いた</dc:title>
  <dc:subject>PptxGenJS Presentation</dc:subject>
  <dc:creator>Created by Marp</dc:creator>
  <cp:lastModifiedBy>清野　駿</cp:lastModifiedBy>
  <cp:revision>2</cp:revision>
  <dcterms:created xsi:type="dcterms:W3CDTF">2026-01-08T16:40:54Z</dcterms:created>
  <dcterms:modified xsi:type="dcterms:W3CDTF">2026-01-08T17:47:53Z</dcterms:modified>
</cp:coreProperties>
</file>